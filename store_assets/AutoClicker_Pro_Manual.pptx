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463040"/>
            <a:ext cx="210312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모바일 게임 전용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9144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오토클리커 Pro (AutoClicker Pro)</a:t>
            </a:r>
          </a:p>
          <a:p>
            <a:pPr>
              <a:spcBef>
                <a:spcPts val="800"/>
              </a:spcBef>
              <a:defRPr sz="2400" b="1">
                <a:solidFill>
                  <a:srgbClr val="38BDF8"/>
                </a:solidFill>
              </a:defRPr>
            </a:pPr>
            <a:r>
              <a:t>초간편 APK 설치 &amp; 완벽 정복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931920"/>
            <a:ext cx="9144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🛡️ 루팅 불필요 &amp; 원스위치 초간편 권한 (복잡한 설정 0개)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⚠️ 'Play 프로텍트 차단' &amp; '제한된 설정 허용' 완벽 해결법 수록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🚀 스마트 1버튼 [띄우기/숨기기] 토글 &amp; 100% 무한 연타 보장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🛑 스마트폰 옆면 [물리 볼륨 키] 0.1초 즉시 긴급 정지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APK 파일 스마트폰으로 옮기기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PC에 있는 AutoClicker-Pro.apk 파일을 스마트폰으로 전송하는 3가지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920240"/>
            <a:ext cx="2834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방법 1: 카카오톡 나에게 보내기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400">
                <a:solidFill>
                  <a:srgbClr val="FFFFFF"/>
                </a:solidFill>
              </a:defRPr>
            </a:pPr>
            <a:r>
              <a:t>PC 카톡 '나와의 채팅'에 APK 파일 드래그 전송</a:t>
            </a:r>
            <a:br/>
            <a:r>
              <a:t>→ 폰 카톡에서 파일 터치하여 다운로드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2834640" cy="548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방법 2: 구글 드라이브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400">
                <a:solidFill>
                  <a:srgbClr val="FFFFFF"/>
                </a:solidFill>
              </a:defRPr>
            </a:pPr>
            <a:r>
              <a:t>PC 웹 구글 드라이브에 파일 업로드</a:t>
            </a:r>
            <a:br/>
            <a:r>
              <a:t>→ 폰 구글 드라이브 앱에서 파일 옆 점3개(⋮)</a:t>
            </a:r>
            <a:br/>
            <a:r>
              <a:t>누르고 [다운로드]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920240"/>
            <a:ext cx="2834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방법 3: USB 케이블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5176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400">
                <a:solidFill>
                  <a:srgbClr val="FFFFFF"/>
                </a:solidFill>
              </a:defRPr>
            </a:pPr>
            <a:r>
              <a:t>스마트폰을 PC에 USB로 연결</a:t>
            </a:r>
            <a:br/>
            <a:r>
              <a:t>→ 스마트폰 'Download' 폴더로</a:t>
            </a:r>
            <a:br/>
            <a:r>
              <a:t>파일을 직접 복사-붙여넣기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해결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'Google Play 프로텍트 앱 차단됨' 30초 해결법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스토어 외에서 설치하는 접근성 APK에 대해 구글이 띄우는 정상 보안 경고입니다.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🚨 왜 차단 창이 뜰까요?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스마트폰의 구글 Play 프로텍트는 스토어 외에서 직접 설치하는 앱이 [접근성 권한]을 갖고 있으면 강력 차단창을 띄웁니다.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💡 안심하세요!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개발 중인 순수 로컬 앱이라 뜨는 것이며, 개인정보를 절대 수집하지 않는 안전한 앱입니다.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오른쪽 30초 방법으로 즉시 뚫고 설치하실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630936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92024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⚡ 30초 만에 뚫고 설치하는 순서 (초간단!)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</a:defRPr>
            </a:pPr>
            <a:r>
              <a:t>1. 스마트폰 홈 화면에서 [Play 스토어] 앱 실행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</a:defRPr>
            </a:pPr>
            <a:r>
              <a:t>2. 우측 상단 [내 프로필 사진 (동그라미)] 터치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</a:defRPr>
            </a:pPr>
            <a:r>
              <a:t>3. 메뉴에서 [Play 프로텍트] 선택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</a:defRPr>
            </a:pPr>
            <a:r>
              <a:t>4. 화면 우측 상단 [톱니바퀴 ⚙️ (설정)] 터치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</a:defRPr>
            </a:pPr>
            <a:r>
              <a:t>5. 맨 위 'Play 프로텍트로 앱 검사' 스위치를 잠시 [꺼짐(OFF)]!</a:t>
            </a:r>
          </a:p>
          <a:p>
            <a:pPr>
              <a:spcBef>
                <a:spcPts val="600"/>
              </a:spcBef>
              <a:defRPr sz="1350">
                <a:solidFill>
                  <a:srgbClr val="FFFFFF"/>
                </a:solidFill>
              </a:defRPr>
            </a:pPr>
            <a:r>
              <a:t>6. 이제 다시 APK 파일을 누르면 차단 없이 바로 [설치] 완료!</a:t>
            </a:r>
          </a:p>
          <a:p>
            <a:pPr>
              <a:spcBef>
                <a:spcPts val="600"/>
              </a:spcBef>
              <a:defRPr sz="1350">
                <a:solidFill>
                  <a:srgbClr val="F59E0B"/>
                </a:solidFill>
              </a:defRPr>
            </a:pPr>
            <a:r>
              <a:t>※ 설치가 끝나면 아까 끈 스위치를 다시 [켜기]로 켜두시면 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해결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안드로이드 '제한된 설정 허용' 푸는 법 (필수!)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접근성 스위치가 회색으로 비활성화되어 안 켜질 때 단 10초 만에 푸는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59E0B"/>
                </a:solidFill>
              </a:defRPr>
            </a:pPr>
            <a:r>
              <a:t>🔒 '제한된 설정' 증상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  <a:r>
              <a:t>안드로이드 13 / 14 / 15 폰에서 외부 APK를 설치한 뒤 접근성을 켜려고 하면: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  <a:r>
              <a:t>"보안을 위해 현재 이 설정을 사용할 수 없습니다"라는 팝업이 뜨고 스위치가 회색으로 잠깁니다.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  <a:r>
              <a:t>이것은 구글의 새로운 보안 잠금이며, 오른쪽 순서대로 [제한된 설정 허용]을 1번만 눌러주시면 즉시 잠금이 풀립니다!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92024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38BDF8"/>
                </a:solidFill>
              </a:defRPr>
            </a:pPr>
            <a:r>
              <a:t>🔓 제한된 설정 허용 해제 순서 (단 10초)</a:t>
            </a:r>
          </a:p>
          <a:p>
            <a:pPr>
              <a:spcBef>
                <a:spcPts val="500"/>
              </a:spcBef>
              <a:defRPr sz="1350">
                <a:solidFill>
                  <a:srgbClr val="FFFFFF"/>
                </a:solidFill>
              </a:defRPr>
            </a:pPr>
            <a:r>
              <a:t>1. 스마트폰 [설정] 앱 실행</a:t>
            </a:r>
          </a:p>
          <a:p>
            <a:pPr>
              <a:spcBef>
                <a:spcPts val="500"/>
              </a:spcBef>
              <a:defRPr sz="1350">
                <a:solidFill>
                  <a:srgbClr val="FFFFFF"/>
                </a:solidFill>
              </a:defRPr>
            </a:pPr>
            <a:r>
              <a:t>2. [애플리케이션] (또는 '앱') 메뉴로 이동</a:t>
            </a:r>
          </a:p>
          <a:p>
            <a:pPr>
              <a:spcBef>
                <a:spcPts val="500"/>
              </a:spcBef>
              <a:defRPr sz="1350">
                <a:solidFill>
                  <a:srgbClr val="FFFFFF"/>
                </a:solidFill>
              </a:defRPr>
            </a:pPr>
            <a:r>
              <a:t>3. 앱 목록에서 [오토클리커 Pro]를 찾아 터치</a:t>
            </a:r>
          </a:p>
          <a:p>
            <a:pPr>
              <a:spcBef>
                <a:spcPts val="500"/>
              </a:spcBef>
              <a:defRPr sz="1350">
                <a:solidFill>
                  <a:srgbClr val="FFFFFF"/>
                </a:solidFill>
              </a:defRPr>
            </a:pPr>
            <a:r>
              <a:t>4. 화면 우측 상단 [점 3개 (⋮)] 터치!</a:t>
            </a:r>
          </a:p>
          <a:p>
            <a:pPr>
              <a:spcBef>
                <a:spcPts val="500"/>
              </a:spcBef>
              <a:defRPr sz="1350">
                <a:solidFill>
                  <a:srgbClr val="FFFFFF"/>
                </a:solidFill>
              </a:defRPr>
            </a:pPr>
            <a:r>
              <a:t>5. [제한된 설정 허용] 터치!</a:t>
            </a:r>
          </a:p>
          <a:p>
            <a:pPr>
              <a:spcBef>
                <a:spcPts val="500"/>
              </a:spcBef>
              <a:defRPr sz="1350">
                <a:solidFill>
                  <a:srgbClr val="FFFFFF"/>
                </a:solidFill>
              </a:defRPr>
            </a:pPr>
            <a:r>
              <a:t>6. 스마트폰 화면 잠금(지문 또는 패턴/PIN) 인증</a:t>
            </a:r>
          </a:p>
          <a:p>
            <a:pPr>
              <a:spcBef>
                <a:spcPts val="500"/>
              </a:spcBef>
              <a:defRPr sz="1350">
                <a:solidFill>
                  <a:srgbClr val="22C55E"/>
                </a:solidFill>
              </a:defRPr>
            </a:pPr>
            <a:r>
              <a:t>🎉 이제 접근성 스위치의 잠금이 완전히 풀려서 바로 켜집니다!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평생 딱 1번! 접근성 스위치 1개만 켜기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다른 복잡한 권한 0개! 스위치 1개만 켜면 모든 준비가 끝납니다.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38BDF8"/>
                </a:solidFill>
              </a:defRPr>
            </a:pPr>
            <a:r>
              <a:t>📱 설정 방법 (단 10초)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1. [오토클리커 Pro] 앱 실행 후 [설정하기] 터치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2. 스마트폰 [접근성] 설정 화면으로 자동 이동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3. [설치된 앱] → [오토클리커 Pro] 선택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4. 맨 위 '오토클리커 Pro 사용' 스위치 [ON 켜기]!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💡 폰을 껐다 켜도 꺼지지 않으므로 평생 딱 1번만 켜두시면 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92024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🎯 화면 모서리 버튼 없애기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화면 모서리에 붙어 있는 과녁 아이콘은 안드로이드 시스템의 '바로가기' 버튼입니다.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평소 화면을 가리므로 꺼두시는 게 100배 깔끔합니다!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🛠️ 끄는 방법: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설정에서 '오토클리커 Pro 바로가기' 스위치를 [OFF 끄기]로 두세요.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오직 '사용' 스위치 1개만 켜두시면 완벽합니다.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단 1개의 스마트 버튼으로 [띄우기 / 숨기기]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스위치 켜도 자동 실행 X → 내가 버튼을 누를 때만 화면에 깔끔하게 나타납니다.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438912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🚀 오토클리커 띄우기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화면에 오토클리커가 없을 때 파란색 버튼 표시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터치하는 즉시 화면에 🎯 과녁과 컨트롤 바가 나타남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터치와 동시에 게임 화면으로 자동 즉시 전환되어 편리함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0" y="2011680"/>
            <a:ext cx="4389120" cy="7315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✕ 오토클리커 숨기기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01752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화면에 이미 과녁/컨트롤러가 떠 있을 때 빨간색으로 자동 전환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터치 시 화면의 과녁과 시작 바가 즉시 사라지고 숨겨짐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게임 화면 플로팅 바에서 [✕]를 눌러 닫아도 자동으로 [띄우기]로 복구!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게임 내 실전 사용법 &amp; 볼륨 키 긴급 정지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치료 버튼 위에 과녁을 올리고 [▶ 시작]! 멈출 땐 스마트폰 옆면 볼륨 키!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38BDF8"/>
                </a:solidFill>
              </a:defRPr>
            </a:pPr>
            <a:r>
              <a:t>🎯 독립 분리형 과녁 &amp; 컨트롤 바</a:t>
            </a:r>
          </a:p>
          <a:p>
            <a:pPr>
              <a:spcBef>
                <a:spcPts val="800"/>
              </a:spcBef>
              <a:defRPr sz="1350">
                <a:solidFill>
                  <a:srgbClr val="FFFFFF"/>
                </a:solidFill>
              </a:defRPr>
            </a:pPr>
            <a:r>
              <a:t>• 🎯 과녁: 게임의 [치료] 버튼 위로 드래그해서 배치</a:t>
            </a:r>
          </a:p>
          <a:p>
            <a:pPr>
              <a:spcBef>
                <a:spcPts val="800"/>
              </a:spcBef>
              <a:defRPr sz="1350">
                <a:solidFill>
                  <a:srgbClr val="FFFFFF"/>
                </a:solidFill>
              </a:defRPr>
            </a:pPr>
            <a:r>
              <a:t>• 🕹️ 컨트롤 바: 화면 빈 곳 어디든 따로 드래그 배치</a:t>
            </a:r>
          </a:p>
          <a:p>
            <a:pPr>
              <a:spcBef>
                <a:spcPts val="800"/>
              </a:spcBef>
              <a:defRPr sz="1350">
                <a:solidFill>
                  <a:srgbClr val="FFFFFF"/>
                </a:solidFill>
              </a:defRPr>
            </a:pPr>
            <a:r>
              <a:t>• [ ▶ 시작 ]: 누르면 0.5초 무한 연타 즉시 시작!</a:t>
            </a:r>
          </a:p>
          <a:p>
            <a:pPr>
              <a:spcBef>
                <a:spcPts val="800"/>
              </a:spcBef>
              <a:defRPr sz="1350">
                <a:solidFill>
                  <a:srgbClr val="FFFFFF"/>
                </a:solidFill>
              </a:defRPr>
            </a:pPr>
            <a:r>
              <a:t>• [ ⏸ 정지 ]: 연타 중 누르면 0.001초 만에 즉시 멈춤</a:t>
            </a:r>
          </a:p>
          <a:p>
            <a:pPr>
              <a:spcBef>
                <a:spcPts val="800"/>
              </a:spcBef>
              <a:defRPr sz="1350">
                <a:solidFill>
                  <a:srgbClr val="FFFFFF"/>
                </a:solidFill>
              </a:defRPr>
            </a:pPr>
            <a:r>
              <a:t>• [ ✕ 닫기 ]: 누르면 화면에서 과녁과 바가 완전히 사라짐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EF4444"/>
                </a:solidFill>
              </a:defRPr>
            </a:pPr>
            <a:r>
              <a:t>🛑 0.1초 즉시 긴급 정지 비법!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게임 연타 중 화면을 터치하기 어렵거나 급하게 멈추고 싶으신가요?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38BDF8"/>
                </a:solidFill>
              </a:defRPr>
            </a:pPr>
            <a:r>
              <a:t>📱 스마트폰 옆면의 [물리 볼륨 키]!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볼륨 UP 또는 DOWN 키를 아무거나 1번 딸깍 누르면 그 즉시 연타가 0.1초 만에 강제 정지됩니다!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🛡️ 4중 안전 보호: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1) 물리 볼륨 키 정지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2) 화면 컨트롤 바 [⏸] 정지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3) 상단 알림창 [⏹] 정지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4) 화면 전원 끄기 시 자동 정지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459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4389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자주 묻는 질문 &amp; 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사용 중 궁금하신 점들을 아주 명쾌하게 정리했습니다.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Q1. 연타 속도는 몇 초가 가장 좋은가요?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  <a:r>
              <a:t>A. 기본값인 500ms (0.5초)가 가장 좋습니다! 너무 빠르면 게임 서버가 터치를 씹을 수 있어 0.5초가 가장 안전하고 확실합니다.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Q2. 구글 플레이스토어에 정식 출시된 후에는 어떻게 설치하나요?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  <a:r>
              <a:t>A. 스토어 정식 출시 후에는 'Play 프로텍트 차단'이나 '제한된 설정' 해제 과정 전혀 없이, 스토어에서 검색하여 버튼 1번으로 누구나 바로 다운로드됩니다.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Q3. 플로팅 과녁과 시작 바는 어떻게 완전히 치우나요?</a:t>
            </a:r>
          </a:p>
          <a:p>
            <a:pPr>
              <a:spcBef>
                <a:spcPts val="400"/>
              </a:spcBef>
              <a:defRPr sz="1350">
                <a:solidFill>
                  <a:srgbClr val="FFFFFF"/>
                </a:solidFill>
              </a:defRPr>
            </a:pPr>
            <a:r>
              <a:t>A. 플로팅 컨트롤 바의 빨간색 [✕] 버튼을 누르거나, 앱 메인 화면의 [✕ 오토클리커 숨기기]를 누르시면 화면에서 흔적 없이 완전히 사라집니다.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